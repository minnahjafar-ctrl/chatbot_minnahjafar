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galin" charset="1" panose="00000500000000000000"/>
      <p:regular r:id="rId18"/>
    </p:embeddedFont>
    <p:embeddedFont>
      <p:font typeface="Brittany" charset="1" panose="00000000000000000000"/>
      <p:regular r:id="rId19"/>
    </p:embeddedFont>
    <p:embeddedFont>
      <p:font typeface="DM Sans" charset="1" panose="00000000000000000000"/>
      <p:regular r:id="rId20"/>
    </p:embeddedFont>
    <p:embeddedFont>
      <p:font typeface="DM Sans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9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0125" y="3698846"/>
            <a:ext cx="16287750" cy="282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60"/>
              </a:lnSpc>
            </a:pPr>
            <a:r>
              <a:rPr lang="en-US" sz="18113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CHATBOTs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453645" y="6454804"/>
            <a:ext cx="385696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Brittany"/>
                <a:ea typeface="Brittany"/>
                <a:cs typeface="Brittany"/>
                <a:sym typeface="Brittany"/>
              </a:rPr>
              <a:t>Minnah Jafar</a:t>
            </a:r>
          </a:p>
        </p:txBody>
      </p:sp>
      <p:sp>
        <p:nvSpPr>
          <p:cNvPr name="AutoShape 4" id="4"/>
          <p:cNvSpPr/>
          <p:nvPr/>
        </p:nvSpPr>
        <p:spPr>
          <a:xfrm>
            <a:off x="1000125" y="8358504"/>
            <a:ext cx="16287750" cy="0"/>
          </a:xfrm>
          <a:prstGeom prst="line">
            <a:avLst/>
          </a:prstGeom>
          <a:ln cap="flat" w="19050">
            <a:solidFill>
              <a:srgbClr val="FFD7D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9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88125" y="1247775"/>
            <a:ext cx="9695916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2000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Introduction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5543274" y="1033462"/>
            <a:ext cx="0" cy="8224838"/>
          </a:xfrm>
          <a:prstGeom prst="line">
            <a:avLst/>
          </a:prstGeom>
          <a:ln cap="flat" w="19050">
            <a:solidFill>
              <a:srgbClr val="FFD7D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111875" y="2771775"/>
            <a:ext cx="11365817" cy="566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</a:p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Developed two AI-based applications:</a:t>
            </a:r>
          </a:p>
          <a:p>
            <a:pPr algn="l" marL="1511291" indent="-503764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 Chatbot</a:t>
            </a:r>
          </a:p>
          <a:p>
            <a:pPr algn="l" marL="1511291" indent="-503764" lvl="2">
              <a:lnSpc>
                <a:spcPts val="4899"/>
              </a:lnSpc>
              <a:buFont typeface="Arial"/>
              <a:buChar char="⚬"/>
            </a:pPr>
            <a:r>
              <a:rPr lang="en-US" sz="3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RAG PDF Chatbot</a:t>
            </a:r>
          </a:p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Designed to improve communication and document search efficiency.</a:t>
            </a:r>
          </a:p>
          <a:p>
            <a:pPr algn="l" marL="755646" indent="-377823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Built with a business-focused approach for practical real-world use cases.</a:t>
            </a:r>
          </a:p>
          <a:p>
            <a:pPr algn="l">
              <a:lnSpc>
                <a:spcPts val="48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185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52498"/>
            <a:ext cx="10088399" cy="346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Developed an AI chatbot c</a:t>
            </a: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apable of generating human-like responses.</a:t>
            </a:r>
          </a:p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Supports multi-turn conversations and context-based interaction.</a:t>
            </a:r>
          </a:p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Built using Python, Groq API, and Streamlit.</a:t>
            </a:r>
          </a:p>
          <a:p>
            <a:pPr algn="l">
              <a:lnSpc>
                <a:spcPts val="46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27337"/>
            <a:ext cx="9442450" cy="150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11200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AI CHATBOT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1709400" y="1033462"/>
            <a:ext cx="0" cy="8224838"/>
          </a:xfrm>
          <a:prstGeom prst="line">
            <a:avLst/>
          </a:prstGeom>
          <a:ln cap="flat" w="19050">
            <a:solidFill>
              <a:srgbClr val="F9F7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7744" y="3235772"/>
            <a:ext cx="531048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38633" y="3140522"/>
            <a:ext cx="4662984" cy="347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PROJECT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9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170691" cy="10287000"/>
            <a:chOff x="0" y="0"/>
            <a:chExt cx="18885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85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88577">
                  <a:moveTo>
                    <a:pt x="0" y="0"/>
                  </a:moveTo>
                  <a:lnTo>
                    <a:pt x="1888577" y="0"/>
                  </a:lnTo>
                  <a:lnTo>
                    <a:pt x="18885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85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88577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905875" y="3836331"/>
            <a:ext cx="8135774" cy="545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4" indent="-421002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Reduces</a:t>
            </a: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repetitive manual communication</a:t>
            </a:r>
          </a:p>
          <a:p>
            <a:pPr algn="l" marL="842004" indent="-421002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Provides faster customer interaction</a:t>
            </a:r>
          </a:p>
          <a:p>
            <a:pPr algn="l" marL="842004" indent="-421002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Improves response efficiency</a:t>
            </a:r>
          </a:p>
          <a:p>
            <a:pPr algn="l" marL="842004" indent="-421002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automate communication systems</a:t>
            </a:r>
          </a:p>
          <a:p>
            <a:pPr algn="l">
              <a:lnSpc>
                <a:spcPts val="54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34450" y="921254"/>
            <a:ext cx="8353425" cy="258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900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BUISNESS PURPOSE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5583" y="0"/>
            <a:ext cx="4422417" cy="10287000"/>
            <a:chOff x="0" y="0"/>
            <a:chExt cx="116475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47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64752">
                  <a:moveTo>
                    <a:pt x="0" y="0"/>
                  </a:moveTo>
                  <a:lnTo>
                    <a:pt x="1164752" y="0"/>
                  </a:lnTo>
                  <a:lnTo>
                    <a:pt x="11647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85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64752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4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100825" y="197321"/>
            <a:ext cx="3951932" cy="997654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2130299"/>
            <a:ext cx="10671175" cy="405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AI-generated responses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Multi-turn conversation support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Chat history management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Adjustable response settings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Fast response generation using Groq AP</a:t>
            </a:r>
          </a:p>
          <a:p>
            <a:pPr algn="l">
              <a:lnSpc>
                <a:spcPts val="64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82496"/>
            <a:ext cx="10671175" cy="100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1"/>
              </a:lnSpc>
            </a:pPr>
            <a:r>
              <a:rPr lang="en-US" sz="7501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KEY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064291"/>
            <a:ext cx="10671175" cy="100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1"/>
              </a:lnSpc>
            </a:pPr>
            <a:r>
              <a:rPr lang="en-US" sz="7501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TECHNOLOGIES USED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309387"/>
            <a:ext cx="10671175" cy="274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Python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roq API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treamlit</a:t>
            </a:r>
          </a:p>
          <a:p>
            <a:pPr algn="l">
              <a:lnSpc>
                <a:spcPts val="64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185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88144" y="1190625"/>
            <a:ext cx="9311711" cy="123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My Contributions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00125" y="2847975"/>
            <a:ext cx="16287750" cy="0"/>
          </a:xfrm>
          <a:prstGeom prst="line">
            <a:avLst/>
          </a:prstGeom>
          <a:ln cap="flat" w="19050">
            <a:solidFill>
              <a:srgbClr val="F9F7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378749" y="3447249"/>
            <a:ext cx="11530502" cy="528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2" indent="-453386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Developed chatbot logic using Python</a:t>
            </a:r>
          </a:p>
          <a:p>
            <a:pPr algn="l" marL="906772" indent="-453386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Integrated Groq API</a:t>
            </a:r>
          </a:p>
          <a:p>
            <a:pPr algn="l" marL="906772" indent="-453386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Managed conversation flow and history</a:t>
            </a:r>
          </a:p>
          <a:p>
            <a:pPr algn="l" marL="906772" indent="-453386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Tested chatbot using different AI settings</a:t>
            </a:r>
          </a:p>
          <a:p>
            <a:pPr algn="l" marL="906772" indent="-453386" lvl="1">
              <a:lnSpc>
                <a:spcPts val="5879"/>
              </a:lnSpc>
              <a:buFont typeface="Arial"/>
              <a:buChar char="•"/>
            </a:pPr>
            <a:r>
              <a:rPr lang="en-US" sz="41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Improved response quality and interaction handling</a:t>
            </a:r>
          </a:p>
          <a:p>
            <a:pPr algn="l">
              <a:lnSpc>
                <a:spcPts val="68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185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0125" y="715962"/>
            <a:ext cx="9330304" cy="8750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099" b="true">
                <a:solidFill>
                  <a:srgbClr val="F9F7F0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sz="5099" b="true">
                <a:solidFill>
                  <a:srgbClr val="F9F7F0"/>
                </a:solidFill>
                <a:latin typeface="DM Sans Bold"/>
                <a:ea typeface="DM Sans Bold"/>
                <a:cs typeface="DM Sans Bold"/>
                <a:sym typeface="DM Sans Bold"/>
              </a:rPr>
              <a:t>hallenges Faced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Understanding API integration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Managing chatbot memory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Tuning AI response quality</a:t>
            </a:r>
          </a:p>
          <a:p>
            <a:pPr algn="l">
              <a:lnSpc>
                <a:spcPts val="6019"/>
              </a:lnSpc>
            </a:pPr>
          </a:p>
          <a:p>
            <a:pPr algn="l">
              <a:lnSpc>
                <a:spcPts val="7139"/>
              </a:lnSpc>
            </a:pPr>
            <a:r>
              <a:rPr lang="en-US" sz="5099" b="true">
                <a:solidFill>
                  <a:srgbClr val="F9F7F0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Solutions Implemented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Experimented with temperature and max_tokens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Improved prompt handling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Structured conversation storage</a:t>
            </a:r>
          </a:p>
          <a:p>
            <a:pPr algn="l">
              <a:lnSpc>
                <a:spcPts val="68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1117309" y="0"/>
            <a:ext cx="7170691" cy="10287000"/>
            <a:chOff x="0" y="0"/>
            <a:chExt cx="188857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85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88577">
                  <a:moveTo>
                    <a:pt x="0" y="0"/>
                  </a:moveTo>
                  <a:lnTo>
                    <a:pt x="1888577" y="0"/>
                  </a:lnTo>
                  <a:lnTo>
                    <a:pt x="18885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9F7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888577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204240" y="2348210"/>
            <a:ext cx="7083760" cy="538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6"/>
              </a:lnSpc>
            </a:pPr>
            <a:r>
              <a:rPr lang="en-US" sz="10225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Challenges AND</a:t>
            </a:r>
          </a:p>
          <a:p>
            <a:pPr algn="ctr">
              <a:lnSpc>
                <a:spcPts val="14316"/>
              </a:lnSpc>
            </a:pPr>
            <a:r>
              <a:rPr lang="en-US" sz="10225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 Solutions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185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7744" y="4561985"/>
            <a:ext cx="10088399" cy="405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Developed a RAG-based chatbot c</a:t>
            </a: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apable of answering questions from PDF documents.</a:t>
            </a:r>
          </a:p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Use</a:t>
            </a: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s Retrieval-Augmented Generation for intelligent document search.</a:t>
            </a:r>
          </a:p>
          <a:p>
            <a:pPr algn="l" marL="712467" indent="-356233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Built using LangChain, ChromaDB, Streamlit, and Groq API.</a:t>
            </a:r>
          </a:p>
          <a:p>
            <a:pPr algn="l">
              <a:lnSpc>
                <a:spcPts val="461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08287"/>
            <a:ext cx="11147425" cy="133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10000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RAG Chatbot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1709400" y="1033462"/>
            <a:ext cx="0" cy="8224838"/>
          </a:xfrm>
          <a:prstGeom prst="line">
            <a:avLst/>
          </a:prstGeom>
          <a:ln cap="flat" w="19050">
            <a:solidFill>
              <a:srgbClr val="F9F7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97744" y="3235772"/>
            <a:ext cx="531048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38633" y="3140522"/>
            <a:ext cx="4662984" cy="347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PROJECT</a:t>
            </a:r>
          </a:p>
          <a:p>
            <a:pPr algn="ctr">
              <a:lnSpc>
                <a:spcPts val="13999"/>
              </a:lnSpc>
            </a:pPr>
            <a:r>
              <a:rPr lang="en-US" sz="9999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9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170691" cy="10287000"/>
            <a:chOff x="0" y="0"/>
            <a:chExt cx="188857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85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88577">
                  <a:moveTo>
                    <a:pt x="0" y="0"/>
                  </a:moveTo>
                  <a:lnTo>
                    <a:pt x="1888577" y="0"/>
                  </a:lnTo>
                  <a:lnTo>
                    <a:pt x="18885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85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888577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690761" y="3644051"/>
            <a:ext cx="8840802" cy="613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4" indent="-421002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users</a:t>
            </a: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retrieve information quickly from documents</a:t>
            </a:r>
          </a:p>
          <a:p>
            <a:pPr algn="l" marL="842004" indent="-421002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</a:t>
            </a: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duces time spent manually searching PDFs</a:t>
            </a:r>
          </a:p>
          <a:p>
            <a:pPr algn="l" marL="842004" indent="-421002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Improves productivity and accessibility</a:t>
            </a:r>
          </a:p>
          <a:p>
            <a:pPr algn="l" marL="842004" indent="-421002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</a:t>
            </a:r>
            <a:r>
              <a:rPr lang="en-US" sz="3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les intelligent document interaction</a:t>
            </a:r>
          </a:p>
          <a:p>
            <a:pPr algn="l">
              <a:lnSpc>
                <a:spcPts val="54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934450" y="921254"/>
            <a:ext cx="8353425" cy="2585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900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BUISNESS PURPOSE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5583" y="0"/>
            <a:ext cx="4422417" cy="10287000"/>
            <a:chOff x="0" y="0"/>
            <a:chExt cx="116475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475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64752">
                  <a:moveTo>
                    <a:pt x="0" y="0"/>
                  </a:moveTo>
                  <a:lnTo>
                    <a:pt x="1164752" y="0"/>
                  </a:lnTo>
                  <a:lnTo>
                    <a:pt x="116475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185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64752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4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100825" y="197321"/>
            <a:ext cx="3951932" cy="997654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3412168"/>
            <a:ext cx="10671175" cy="537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PDF upload support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 extraction from PDFs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Text chunking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Embedd</a:t>
            </a: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 generation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ChromaDB vector storage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Intelligent retrieval system</a:t>
            </a:r>
          </a:p>
          <a:p>
            <a:pPr algn="l" marL="798825" indent="-399412" lvl="1">
              <a:lnSpc>
                <a:spcPts val="5179"/>
              </a:lnSpc>
              <a:buFont typeface="Arial"/>
              <a:buChar char="•"/>
            </a:pPr>
            <a:r>
              <a:rPr lang="en-US" sz="36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AI-generated answers</a:t>
            </a:r>
          </a:p>
          <a:p>
            <a:pPr algn="l">
              <a:lnSpc>
                <a:spcPts val="64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100271"/>
            <a:ext cx="10671175" cy="100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1"/>
              </a:lnSpc>
            </a:pPr>
            <a:r>
              <a:rPr lang="en-US" sz="7501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KEY FEATURES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185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88144" y="1190625"/>
            <a:ext cx="9311711" cy="123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>
                <a:solidFill>
                  <a:srgbClr val="F9F7F0"/>
                </a:solidFill>
                <a:latin typeface="Gagalin"/>
                <a:ea typeface="Gagalin"/>
                <a:cs typeface="Gagalin"/>
                <a:sym typeface="Gagalin"/>
              </a:rPr>
              <a:t>My Contributions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00125" y="2847975"/>
            <a:ext cx="16287750" cy="0"/>
          </a:xfrm>
          <a:prstGeom prst="line">
            <a:avLst/>
          </a:prstGeom>
          <a:ln cap="flat" w="19050">
            <a:solidFill>
              <a:srgbClr val="F9F7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378749" y="3469771"/>
            <a:ext cx="11530502" cy="454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Impl</a:t>
            </a: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emented PDF processing workflow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Built retrieval pipeline using LangChain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Integrated ChromaDB vector database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Connected LLM for answer generation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Designed Streamlit chatbot interface</a:t>
            </a:r>
          </a:p>
          <a:p>
            <a:pPr algn="ctr">
              <a:lnSpc>
                <a:spcPts val="601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185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0125" y="1367154"/>
            <a:ext cx="9330304" cy="789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099" b="true">
                <a:solidFill>
                  <a:srgbClr val="F9F7F0"/>
                </a:solidFill>
                <a:latin typeface="DM Sans Bold"/>
                <a:ea typeface="DM Sans Bold"/>
                <a:cs typeface="DM Sans Bold"/>
                <a:sym typeface="DM Sans Bold"/>
              </a:rPr>
              <a:t>C</a:t>
            </a:r>
            <a:r>
              <a:rPr lang="en-US" sz="5099" b="true">
                <a:solidFill>
                  <a:srgbClr val="F9F7F0"/>
                </a:solidFill>
                <a:latin typeface="DM Sans Bold"/>
                <a:ea typeface="DM Sans Bold"/>
                <a:cs typeface="DM Sans Bold"/>
                <a:sym typeface="DM Sans Bold"/>
              </a:rPr>
              <a:t>hallenges Faced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ChromaDB p</a:t>
            </a: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ermission issues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Streamlit rerun handling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Managing uploaded PDFs</a:t>
            </a:r>
          </a:p>
          <a:p>
            <a:pPr algn="l">
              <a:lnSpc>
                <a:spcPts val="6019"/>
              </a:lnSpc>
            </a:pPr>
          </a:p>
          <a:p>
            <a:pPr algn="l">
              <a:lnSpc>
                <a:spcPts val="7139"/>
              </a:lnSpc>
            </a:pPr>
            <a:r>
              <a:rPr lang="en-US" sz="5099" b="true">
                <a:solidFill>
                  <a:srgbClr val="F9F7F0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Solutions Implemented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Im</a:t>
            </a: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proved project structure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ptimized retrieval workflow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Be</a:t>
            </a:r>
            <a:r>
              <a:rPr lang="en-US" sz="4299">
                <a:solidFill>
                  <a:srgbClr val="F9F7F0"/>
                </a:solidFill>
                <a:latin typeface="DM Sans"/>
                <a:ea typeface="DM Sans"/>
                <a:cs typeface="DM Sans"/>
                <a:sym typeface="DM Sans"/>
              </a:rPr>
              <a:t>tter session handling</a:t>
            </a:r>
          </a:p>
          <a:p>
            <a:pPr algn="l">
              <a:lnSpc>
                <a:spcPts val="601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1117309" y="0"/>
            <a:ext cx="7170691" cy="10287000"/>
            <a:chOff x="0" y="0"/>
            <a:chExt cx="188857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8857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888577">
                  <a:moveTo>
                    <a:pt x="0" y="0"/>
                  </a:moveTo>
                  <a:lnTo>
                    <a:pt x="1888577" y="0"/>
                  </a:lnTo>
                  <a:lnTo>
                    <a:pt x="18885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9F7F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888577" cy="271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204240" y="2059790"/>
            <a:ext cx="7083760" cy="538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16"/>
              </a:lnSpc>
            </a:pPr>
            <a:r>
              <a:rPr lang="en-US" sz="10225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Challenges AND</a:t>
            </a:r>
          </a:p>
          <a:p>
            <a:pPr algn="ctr">
              <a:lnSpc>
                <a:spcPts val="14316"/>
              </a:lnSpc>
            </a:pPr>
            <a:r>
              <a:rPr lang="en-US" sz="10225">
                <a:solidFill>
                  <a:srgbClr val="018575"/>
                </a:solidFill>
                <a:latin typeface="Gagalin"/>
                <a:ea typeface="Gagalin"/>
                <a:cs typeface="Gagalin"/>
                <a:sym typeface="Gagalin"/>
              </a:rPr>
              <a:t> Solutions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DAHK7uy93cw</dc:identifier>
  <dcterms:modified xsi:type="dcterms:W3CDTF">2011-08-01T06:04:30Z</dcterms:modified>
  <cp:revision>1</cp:revision>
  <dc:title>Thesis Defense Presentation in White and Green Modern Minimal Style</dc:title>
</cp:coreProperties>
</file>